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FFFFFF"/>
                </a:solidFill>
              </a:defRPr>
            </a:pPr>
            <a:r>
              <a:t>GPT-Home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Production-Grade Smart Home AI</a:t>
            </a:r>
            <a:br/>
            <a:r>
              <a:t>Phase 1: Engineering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What is GPT-Home?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Privacy-first AI assistant for smart home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Key Characteristics: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Runs entirely on edge hardware (no cloud)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Built with Go, Ollama, and Kubernetes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Increased production readiness: 35% → 70%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Common Use Cases: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'Turn on the bedroom lights'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'Set the temperature to 22 degrees'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'Make the lights brighter'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F4E79"/>
                </a:solidFill>
              </a:defRPr>
            </a:pPr>
            <a:r>
              <a:t>Service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3-Tier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API Layer (Gin Framework):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Chat handler • Conversation manager • Health checks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Business Logic Services: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LLM Service (Ollama integration)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Device Manager (validation &amp; control)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Conversation Manager (state &amp; persistence)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External Services: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Ollama (LLM inference) • Home Assistant (devices)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SQLite (persistent storage)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Problems Before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1. Brittle Text Parsing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Hardcoded values, fragile regex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2. No Context Awareness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'Make them brighter' failed after 'Turn on bedroom lights'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3. Data Loss on Restart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All conversations lost when pod restarted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4. No Safety Checks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LLM could set heater to 100°C or invalid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1: Structured JSON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5029200"/>
          </a:xfrm>
          <a:prstGeom prst="roundRect">
            <a:avLst/>
          </a:prstGeom>
          <a:solidFill>
            <a:srgbClr val="FFE6DC"/>
          </a:solidFill>
          <a:ln w="25400">
            <a:solidFill>
              <a:srgbClr val="DC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5028"/>
                </a:solidFill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❌ Fragile parsing: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LLM: 'set brightness to 50%'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[regex] → 128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(hardcoded!)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DCF0DC"/>
          </a:solidFill>
          <a:ln w="25400"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8C50"/>
                </a:solidFill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✓ Structured format: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LLM returns JSON: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  'brightness': 127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(explicit!)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Structured JSON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Why JSON works better: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Parameters explicit and unambiguous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Handles markdown code blocks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Fallback to text parsing if JSON fails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Easy to audit and debug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Test Coverage: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6/6 parsing tests passing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Valid JSON, markdown, edge cases handled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2: Multi-Turn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User: 'Turn on the bedroom lights'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User: 'Make them brighter' ✗ (what is 'them'?)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The Solution: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Store conversation history (last 10 messages)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Pass full history to LLM with each request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LLM understands pronouns and references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Result: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'Make them brighter' → Sets bedroom lights to 75%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3: SQLite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Conversations lost when pod restarts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The Solution: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Store all messages in SQLite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2 tables: conversations + messages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Hybrid approach: in-memory cache + DB backup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Benefits: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No data loss on restart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Full audit trail for debugging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Can query message history anytime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5/5 database tests passing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4: Safety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Validation Rules: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Brightness:    0-255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Temperature:   10-40°C (safe), 16-28°C (comfort)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Color Temp:    2700-6500K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On/Off:        true/false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Prevents: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Heater set to 100°C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Invalid device parameters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Dangerous blind positions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Testing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Total Tests: 27 | Pass Rate: 100%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Test Categories: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Device Validator:      16/16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Database:              5/5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LLM JSON Parsing:      6/6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Coverage: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All critical paths tested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Edge cases and boundary conditions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Error handling and fallbacks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Kubernetes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Stack: k3s with Traefik ingress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Services: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gpt-home Pod (Go service, :8080)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ollama Pod (LLM API, :11434)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SQLite database (persistent volume)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Health Checks: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Startup, liveness, and readiness probes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Monitor LLM, device API, and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F4E79"/>
                </a:solidFill>
              </a:defRPr>
            </a:pPr>
            <a:r>
              <a:t>Results: 35% → 70%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Production Readiness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Device Action Reliability:  70% → 95% (+25%)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Data Loss Risk:  HIGH → NONE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Context Awareness:  BROKEN → FUNCTIONAL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Safety:  CRITICAL → MANAGED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Code Quality: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27 tests, 100% pass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Modular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Comprehensive error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3 Engineering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1. Explicit &gt; Implicit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Use structured JSON, not natural language parsing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2. Context Matters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Include conversation history for understanding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3. Validate Everything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Never trust external input before execution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These principles ensure reliability, safety, and maintainability.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Phase 2 Roadmap (85%+ Readiness)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1. Streaming Responses (2 weeks)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Real-time token streaming via Server-Sent Events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2. Conversation Search (1 week)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Full-text search in message history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3. User Preferences Learning (2 weeks)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System learns user defaults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4. Error Recovery (1 week)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Automatic retry logic and graceful degradation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What We Built: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Structured JSON LLM interactions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Persistent conversation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Safety-first device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Kubernetes-native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Key Achievements: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35% → 70% production readiness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27 tests, 100% pass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Zero data loss on pod restart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
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FFFFFF"/>
                </a:solidFill>
              </a:defRPr>
            </a:pPr>
            <a:r>
              <a:t>GPT-Home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>
                <a:solidFill>
                  <a:srgbClr val="C8C8C8"/>
                </a:solidFill>
              </a:defRPr>
            </a:pPr>
            <a:r>
              <a:t>Production-Grade Smart Home AI</a:t>
            </a:r>
            <a:br/>
            <a:r>
              <a:t>Phase 1: Engineering Deep Dive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F4E79"/>
                </a:solidFill>
              </a:defRPr>
            </a:pPr>
            <a:r>
              <a:t>What is GPT-Home?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✓ Privacy-first AI assistant for smart home control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✓ Runs entirely on edge hardware (no cloud)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✓ Built with Go, Ollama, and Kubernetes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✓ Increased production readiness: 35% → 70%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Key Use Cases: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• 'Turn on the bedroom lights'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• 'Set the temperature to 22 degrees'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• 'Make the lights brighter'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472C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800" b="1">
                <a:solidFill>
                  <a:srgbClr val="FFFFFF"/>
                </a:solidFill>
              </a:defRPr>
            </a:pPr>
            <a:r>
              <a:t>3-Tier Service Architecture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F4E79"/>
                </a:solidFill>
              </a:defRPr>
            </a:pPr>
            <a:r>
              <a:t>The Problems (Before Phase 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1. Brittle Text Parsing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• Hardcoded values, fragile regex patterns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2. No Context Awareness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• 'Make them brighter' failed after 'Turn on bedroom lights'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3. Data Loss on Restart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• All conversations lost when pod restarted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4. No Safety Checks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• Could set heater to 100°C or invalid device parameters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F4E79"/>
                </a:solidFill>
              </a:defRPr>
            </a:pPr>
            <a:r>
              <a:t>Solution 1: Structured JSON Output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Problem: Parsing natural language is fragile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Solution: Ask LLM to output structured JSON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Benefits: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✓ Parameters explicit and unambiguous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✓ Handles markdown code blocks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✓ Fallback to text parsing if JSON fails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✓ Easy to audit and debug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Test Results: 6/6 tests passing ✓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F4E79"/>
                </a:solidFill>
              </a:defRPr>
            </a:pPr>
            <a:r>
              <a:t>Solution 2: Multi-Turn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Problem: System couldn't understand pronouns/references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Solution: Include conversation history in LLM prompt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How It Works: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• Store recent messages (last 10 for efficiency)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• Pass full history to LLM with each request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• LLM understands 'them' = bedroom lights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Example Flow: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User: 'Turn on the bedroom lights' → Success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User: 'Make them brighter' → Now understands context ✓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F4E79"/>
                </a:solidFill>
              </a:defRPr>
            </a:pPr>
            <a:r>
              <a:t>Solution 3: SQLite Persistence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Problem: Conversations lost on pod restart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Solution: Store all conversations in SQLite database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Database Schema: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• conversations table (ID, created_at, context)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• messages table (ID, role, content, timestamp)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Benefits: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✓ No data loss on restart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✓ Full audit trail for debugging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✓ Can query message history anytime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Test Results: 5/5 tests passing ✓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F4E79"/>
                </a:solidFill>
              </a:defRPr>
            </a:pPr>
            <a:r>
              <a:t>Solution 4: Safety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Problem: LLM could command dangerous actions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Solution: Validate every action before execution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Validation Rules: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• Brightness: 0-255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• Temperature: 10-40°C (safe), 16-28°C (comfort)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• Color Temperature: 2700-6500K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• On/Off: true/false only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Prevents: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✓ Setting heater to 100°C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✓ Invalid device parameters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✓ Dangerous blind positions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F4E79"/>
                </a:solidFill>
              </a:defRPr>
            </a:pPr>
            <a:r>
              <a:t>Testing &amp; Quality Assurance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Total Tests: 27 | Pass Rate: 100% ✓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Test Breakdown: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✓ Device Validator Tests: 16/16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✓ Database Tests: 5/5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✓ LLM JSON Parsing Tests: 6/6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Why Testing Matters: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• Validator prevents dangerous commands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• Database tests prove persistence works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• JSON parsing handles edge cases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Coverage: All critical paths tested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F4E79"/>
                </a:solidFill>
              </a:defRPr>
            </a:pPr>
            <a:r>
              <a:t>Kubernetes Deployment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Stack: k3s with Traefik ingress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Services: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• gpt-home Pod (Go service, port 8080)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• ollama Pod (LLM API, port 11434)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• SQLite database (persistent volume)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Health Checks: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✓ Startup probe (5s interval, 30 retries)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✓ Liveness probe (10s interval)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✓ Readiness probe (5s interval)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Resource Limits: 512Mi memory, 500m CPU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472C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800" b="1">
                <a:solidFill>
                  <a:srgbClr val="FFFFFF"/>
                </a:solidFill>
              </a:defRPr>
            </a:pPr>
            <a:r>
              <a:t>Results: 35% → 70% Production Readiness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F4E79"/>
                </a:solidFill>
              </a:defRPr>
            </a:pPr>
            <a:r>
              <a:t>Improvement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Device Action Reliability: 70% → 95% (+25%)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Data Loss Risk: HIGH → NONE ✓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Context Awareness: BROKEN → FUNCTIONAL ✓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Safety: CRITICAL → MANAGED ✓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Code Quality: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• 27 tests, 100% pass rate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• Modular architecture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• Proper error handling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• Full test coverage on critical paths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F4E79"/>
                </a:solidFill>
              </a:defRPr>
            </a:pPr>
            <a:r>
              <a:t>3 Engineering Principles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1. Explicit &gt; Implicit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Use structured JSON instead of parsing natural language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2. Context Matters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Include conversation history for better understanding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3. Validate Everything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Never trust external input; validate before execution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These principles ensure: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✓ Reliability and robustness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✓ Safety and predictability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✓ Maintainability and debuggability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F4E79"/>
                </a:solidFill>
              </a:defRPr>
            </a:pPr>
            <a:r>
              <a:t>Phase 2 Roadmap (85%+ Readiness)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1. Streaming Responses (2 weeks)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Real-time token streaming via Server-Sent Events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2. Conversation Search (1 week)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Full-text search in message history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3. User Preferences Learning (2 weeks)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System learns user defaults and preferences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4. Error Recovery (1 week)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Automatic retry logic and graceful degradation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Timeline: 4-6 weeks total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F4E79"/>
                </a:solidFill>
              </a:defRPr>
            </a:pPr>
            <a: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What We Built: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✓ Structured JSON LLM interactions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✓ Persistent conversation database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✓ Safety-first device control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✓ Kubernetes-native deployment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✓ 100% test coverage on critical paths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Impact: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• Privacy: All processing on edge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• Reliability: Comprehensive testing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• Scalability: Kubernetes-native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• 35% → 70% production readiness increase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